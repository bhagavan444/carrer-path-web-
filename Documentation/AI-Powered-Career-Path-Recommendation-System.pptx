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Manrope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2565559"/>
            <a:ext cx="129023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Career Path Recommendation System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864037" y="4478893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document details the development and functionality of an intelligent web application designed to guide users through their career journeys. Leveraging cutting-edge AI, the system provides personalized recommendations, real-time assistance, and in-depth analysis to empower individuals in discovering their optimal career paths.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77315"/>
            <a:ext cx="129023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Unlocking Your Potential: A Smart, AI-Driven Approach to Career Discovery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414117"/>
            <a:ext cx="129023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Career Path Recommendation System is an innovative, AI-powered web application meticulously crafted to empower individuals in discovering their ideal career trajectories. It goes beyond generic advice, offering highly personalized recommendations by analyzing a user's unique blend of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skills, interests, and existing resume content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5271968"/>
            <a:ext cx="129023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its core, this system isn't just a tool; it's an intelligent and user-friendly career advisory platform. Its integration with a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Gemini-powered chatbot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provides real-time, interactive guidance, making the journey of career exploration both engaging and highly effective. Users can expect a dynamic and responsive experience that adapts to their needs as they navigate their professional future.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125" y="822841"/>
            <a:ext cx="13006149" cy="145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Capabilities: Personalized Guidance at Your Fingertips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812125" y="2737366"/>
            <a:ext cx="13006149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system offers a comprehensive suite of features designed to provide unparalleled career insights and support: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125" y="3369588"/>
            <a:ext cx="13006149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 Analysis for Skill Gaps: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Upload your resume and receive an in-depth analysis identifying not only your strengths but also areas where skill development could significantly enhance your career prospects.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125" y="4193262"/>
            <a:ext cx="13006149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Personalized Career Recommendations: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Move beyond broad categories. Get specific, tailored career paths that align precisely with your evaluated profile.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125" y="5016937"/>
            <a:ext cx="13006149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AI Chatbot for Real-time Guidance: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Have questions about a potential career path, skill development, or interview preparation? Our AI assistant is ready to provide instant, intelligent responses and suggestions.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125" y="5840611"/>
            <a:ext cx="13006149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Dashboard for Progress Tracking: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centralized hub to save and manage multiple resume versions, track recommendations, and monitor your career journey over time.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125" y="6664285"/>
            <a:ext cx="13006149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Visualizations: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Understand your data at a glance with dynamic charts and graphs showcasing your skill proficiency, domain strengths, and the rationale behind your career recommendations.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436959"/>
            <a:ext cx="821043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Features: Driving Your Career Forward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72095" y="1251228"/>
            <a:ext cx="13486209" cy="961192"/>
          </a:xfrm>
          <a:prstGeom prst="roundRect">
            <a:avLst>
              <a:gd name="adj" fmla="val 1487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955" y="1274088"/>
            <a:ext cx="635556" cy="915472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89742" y="1582817"/>
            <a:ext cx="238244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389340" y="1432917"/>
            <a:ext cx="255424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Career Analyzer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89340" y="1776413"/>
            <a:ext cx="12646104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Provides personalized recommendations based on your resume, skills, and stated interests, adapting as your profile evolves.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2095" y="2371249"/>
            <a:ext cx="13486209" cy="961192"/>
          </a:xfrm>
          <a:prstGeom prst="roundRect">
            <a:avLst>
              <a:gd name="adj" fmla="val 1487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955" y="2394109"/>
            <a:ext cx="635556" cy="915472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89742" y="2702838"/>
            <a:ext cx="238244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389340" y="2552938"/>
            <a:ext cx="198620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AI Chatbot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89340" y="2896433"/>
            <a:ext cx="12646104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real-time assistant for immediate answers to all your career-related queries, from industry trends to interview tips.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2095" y="3491270"/>
            <a:ext cx="13486209" cy="961192"/>
          </a:xfrm>
          <a:prstGeom prst="roundRect">
            <a:avLst>
              <a:gd name="adj" fmla="val 1487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955" y="3514130"/>
            <a:ext cx="635556" cy="915472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9742" y="3822859"/>
            <a:ext cx="238244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389340" y="3672959"/>
            <a:ext cx="250269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Upload &amp; Analysis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89340" y="4016454"/>
            <a:ext cx="12646104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Effortlessly upload PDF/Word resumes for comprehensive scoring, identifying key insights, and suggesting improvements.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2095" y="4611291"/>
            <a:ext cx="13486209" cy="961192"/>
          </a:xfrm>
          <a:prstGeom prst="roundRect">
            <a:avLst>
              <a:gd name="adj" fmla="val 1487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955" y="4634151"/>
            <a:ext cx="635556" cy="915472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89742" y="4942880"/>
            <a:ext cx="238244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389340" y="4792980"/>
            <a:ext cx="264675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Visualizations &amp; Graphs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89340" y="5136475"/>
            <a:ext cx="12646104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Dynamic and interactive charts visually represent skill gaps, domain strengths, and potential career paths, making complex data easy to understand.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2095" y="5731312"/>
            <a:ext cx="13486209" cy="961192"/>
          </a:xfrm>
          <a:prstGeom prst="roundRect">
            <a:avLst>
              <a:gd name="adj" fmla="val 1487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955" y="5754172"/>
            <a:ext cx="635556" cy="915472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89742" y="6062901"/>
            <a:ext cx="238244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389340" y="5913001"/>
            <a:ext cx="198620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Dashboard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389340" y="6256496"/>
            <a:ext cx="12646104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centralized hub to save resumes, track recommendations, and review past analysis results, ensuring continuity in your career planning.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72095" y="6851333"/>
            <a:ext cx="13486209" cy="961192"/>
          </a:xfrm>
          <a:prstGeom prst="roundRect">
            <a:avLst>
              <a:gd name="adj" fmla="val 1487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955" y="6874193"/>
            <a:ext cx="635556" cy="915472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89742" y="7182922"/>
            <a:ext cx="238244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1389340" y="7033022"/>
            <a:ext cx="198620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Updates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389340" y="7376517"/>
            <a:ext cx="12646104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Experience dynamic scoring and visualizations that update instantly as you input or modify your data, providing immediate feedback.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048" y="649605"/>
            <a:ext cx="11223665" cy="679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Foundation: Powering the System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1048" y="1764030"/>
            <a:ext cx="131083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Career Path Recommendation System is built on a robust and scalable technology stack, ensuring high performance, responsiveness, and seamless integration of AI capabilities: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1048" y="2704624"/>
            <a:ext cx="13108305" cy="4875371"/>
          </a:xfrm>
          <a:prstGeom prst="roundRect">
            <a:avLst>
              <a:gd name="adj" fmla="val 40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668" y="2712244"/>
            <a:ext cx="13093065" cy="9720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6195" y="2850237"/>
            <a:ext cx="3489246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17877" y="2850237"/>
            <a:ext cx="8726448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 for a dynamic user interface, complimented by Tailwind CSS for rapid and flexible styling. Chart.js/Recharts power the interactive data visualizations.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8668" y="3684270"/>
            <a:ext cx="13093065" cy="9720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6195" y="3822263"/>
            <a:ext cx="3489246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17877" y="3822263"/>
            <a:ext cx="8726448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Node.js and Express create a high-performance, asynchronous server handling all application logic and API interactions.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8668" y="4656296"/>
            <a:ext cx="13093065" cy="9720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6195" y="4794290"/>
            <a:ext cx="3489246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7877" y="4794290"/>
            <a:ext cx="8726448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MongoDB Atlas provides a flexible, cloud-hosted NoSQL database solution for storing user profiles, resumes, and recommendation data securely.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8668" y="5628323"/>
            <a:ext cx="13093065" cy="9720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6195" y="5766316"/>
            <a:ext cx="3489246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Integration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17877" y="5766316"/>
            <a:ext cx="8726448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Gemini API is integrated to provide the core intelligence for our chatbot, enabling natural language understanding and generation for career guidance.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668" y="6600349"/>
            <a:ext cx="13093065" cy="9720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6195" y="6738342"/>
            <a:ext cx="3489246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Libraries &amp; Tools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17877" y="6738342"/>
            <a:ext cx="8726448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libraries include axios for HTTP requests, jsPDF and docx2txt for document processing, and FPDF for PDF generation, among others.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896" y="565785"/>
            <a:ext cx="11722656" cy="61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Blueprint: Project Structure Overview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896" y="1574483"/>
            <a:ext cx="13252609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project is logically segmented into distinct directories, facilitating modular development, maintainability, and scalability. This structure ensures a clear separation of concerns between the frontend and backend components, allowing for independent development and deployment.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8896" y="2425422"/>
            <a:ext cx="13252609" cy="4702254"/>
          </a:xfrm>
          <a:prstGeom prst="roundRect">
            <a:avLst>
              <a:gd name="adj" fmla="val 376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79133" y="2425422"/>
            <a:ext cx="13272135" cy="4702254"/>
          </a:xfrm>
          <a:prstGeom prst="roundRect">
            <a:avLst>
              <a:gd name="adj" fmla="val 62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75943" y="2572941"/>
            <a:ext cx="12878514" cy="440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career-path-system/├── backend/│   ├── routes/          # API routes (auth, career analysis, chatbot)│   ├── controllers/     # Business logic for recommendations and AI integration│   ├── models/          # MongoDB schemas (user, resume, recommendations)│   └── app.js           # Express server initialization├── frontend/│   ├── src/│   │   ├── components/  # Reusable UI elements (Chatbot, analyzer form, charts, dashboard widgets)│   │   ├── pages/       # Main application views (Home, Chat, Dashboard, About, Contact)│   │   ├── services/    # API service calls and data fetching logic│   │   └── App.js       # Main React application component└── README.md            # Project documentation and setup instructions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8896" y="7349014"/>
            <a:ext cx="13252609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organized approach streamlines development workflows and enhances collaboration across product and engineering teams.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024" y="633770"/>
            <a:ext cx="8655844" cy="6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Started: Installation Guide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4024" y="1752600"/>
            <a:ext cx="13102352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set up the Career Path Recommendation System locally, follow these straightforward steps for both the backend and frontend components. This guide ensures a smooth installation process for development and testing environments.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4024" y="2915007"/>
            <a:ext cx="3274457" cy="40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Setup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64024" y="3542467"/>
            <a:ext cx="6284952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Clone the repository: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4024" y="3975735"/>
            <a:ext cx="6284952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Navigate to the backend directory: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career-path-system/backend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4024" y="4765953"/>
            <a:ext cx="6284952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Install dependencies: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4024" y="5199221"/>
            <a:ext cx="6284952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Configure environment variables: Set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a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file.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4024" y="5989439"/>
            <a:ext cx="6284952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the backend server: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044" y="2915007"/>
            <a:ext cx="3274457" cy="40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Setup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589044" y="3542467"/>
            <a:ext cx="6284952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Navigate to the frontend folder: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../frontend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9044" y="3975735"/>
            <a:ext cx="6284952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Install dependencies: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9044" y="4409003"/>
            <a:ext cx="6284952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the React app: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4024" y="6668214"/>
            <a:ext cx="13102352" cy="927616"/>
          </a:xfrm>
          <a:prstGeom prst="roundRect">
            <a:avLst>
              <a:gd name="adj" fmla="val 21180"/>
            </a:avLst>
          </a:prstGeom>
          <a:solidFill>
            <a:srgbClr val="B6D6F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266" y="7001470"/>
            <a:ext cx="272772" cy="21824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73279" y="6940987"/>
            <a:ext cx="12174855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Ensure Node.js and npm are installed on your system before proceeding with these steps.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880" y="945475"/>
            <a:ext cx="9438203" cy="67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Journey: Navigating the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1880" y="2046446"/>
            <a:ext cx="13126641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Career Path Recommendation System is designed for intuitive interaction, guiding users through a seamless journey from initial login to personalized career insights. Here’s how to maximize your experience: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1880" y="2975848"/>
            <a:ext cx="13126641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1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 the Application: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Open the application in your preferred web browser.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1880" y="3394829"/>
            <a:ext cx="13126641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 Access: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A6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 up or log in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using convenient options like Google, GitHub, or a traditional email and password.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1880" y="3813810"/>
            <a:ext cx="13126641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Career Analyzer: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Navigate to the "Career Analyzer" section. Here, you can manually enter details about your skills and interests or, for a more comprehensive assessment, upload your resume.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1880" y="4576643"/>
            <a:ext cx="13126641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4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 Upload: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Upload your resume in PDF or Word format for a detailed, AI-driven analysis of your professional profile.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1880" y="4995624"/>
            <a:ext cx="13126641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5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Visualize Insights: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Explore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CE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graphs and visualizations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that illuminate your skill gaps, strengths, and dynamically recommended career paths.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1880" y="5758458"/>
            <a:ext cx="13126641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6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Guidance: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Engage with the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Chatbot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interactive guidance, asking any career-related questions that arise.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1880" y="6177439"/>
            <a:ext cx="13126641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7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Save Progress: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Utilize your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save recommendations and analyzed resumes, creating a living record of your career development.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1880" y="6940272"/>
            <a:ext cx="13126641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8"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Export Reports: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Generate and export your insights and reports in PDF or Word format for easy sharing or offline review.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538" y="542806"/>
            <a:ext cx="10133767" cy="61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Endpoints: Interacting with the Backend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538" y="1550908"/>
            <a:ext cx="13253323" cy="944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backend of the Career Path Recommendation System exposes a set of RESTful API endpoints, enabling seamless communication between the frontend application and the server-side logic. These endpoints facilitate various functionalities, from user authentication to career analysis and AI chat interactions.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3575" y="2937391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Authentication &amp; User Management: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83575" y="3473291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 /api/auth/login: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Authenticates an existing user and returns a session token.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3575" y="3856792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 /api/auth/signup: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Registers a new user account.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3575" y="4392692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Functionality: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3575" y="4928592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 /api/analyze: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Processes uploaded resume and skill data to generate personalized career insights.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3575" y="5312093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 /api/chat: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Sends user queries to the Gemini AI for career guidance and responses.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3575" y="5847993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Retrieval: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3575" y="6383893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 /api/recommendations: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Fetches personalized career recommendations for the authenticated user.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3575" y="6767393"/>
            <a:ext cx="1295828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 /api/history: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Retrieves saved resumes and past analysis results from the user's dashboard.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8538" y="2716173"/>
            <a:ext cx="22860" cy="4434721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88538" y="7372112"/>
            <a:ext cx="1325332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structured endpoints ensure secure, efficient, and reliable data exchange within the system.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797" y="519113"/>
            <a:ext cx="11534180" cy="58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Road Ahead: Future Enhancements and Growth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0797" y="1486614"/>
            <a:ext cx="13308806" cy="90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commitment to empowering career growth is ongoing. The initial release of the Career Path Recommendation System lays a strong foundation, but we envision a future rich with advanced capabilities. Here are some key enhancements planned to further elevate the user experience and expand the system's utility: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797" y="2605088"/>
            <a:ext cx="6654403" cy="7550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9511" y="3548896"/>
            <a:ext cx="370879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Career Guidance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9511" y="3957042"/>
            <a:ext cx="6276975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Breaking language barriers to offer personalized career advice to a global audience, making the system accessible and effective worldwide.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605088"/>
            <a:ext cx="6654403" cy="7550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03914" y="3548896"/>
            <a:ext cx="3430191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Resume Suggestions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503914" y="3957042"/>
            <a:ext cx="6276975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Leveraging AI to provide automated suggestions for improving resumes, ensuring they stand out to potential employers.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7" y="4749879"/>
            <a:ext cx="6654403" cy="7550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9511" y="5693688"/>
            <a:ext cx="3956804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Voice-Enabled Chatbot Interactions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49511" y="6101834"/>
            <a:ext cx="6276975" cy="90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Integrating voice recognition for a more natural and hands-free interaction with the Gemini AI chatbot, enhancing accessibility and convenience.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749879"/>
            <a:ext cx="6654403" cy="7550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03914" y="5693688"/>
            <a:ext cx="422183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Analytics on Career Trends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503914" y="6101834"/>
            <a:ext cx="6276975" cy="90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Providing deeper insights into market demand, emerging roles, and required skill sets, empowering users to make informed decisions based on current and future trends.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60797" y="7409021"/>
            <a:ext cx="13308806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future developments underscore our dedication to continuous innovation and delivering unparalleled value in career development.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2025-09-04T14:45:45Z</dcterms:created>
  <dcterms:modified xsi:type="dcterms:W3CDTF">2025-09-04T14:45:45Z</dcterms:modified>
</cp:coreProperties>
</file>